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Phishing Awareness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CodeAlpha Cyber Security Internship</a:t>
            </a:r>
          </a:p>
          <a:p>
            <a:pPr>
              <a:spcAft>
                <a:spcPts val="1000"/>
              </a:spcAft>
              <a:defRPr sz="2000"/>
            </a:pPr>
            <a:r>
              <a:t>Task 2</a:t>
            </a:r>
          </a:p>
          <a:p>
            <a:pPr>
              <a:spcAft>
                <a:spcPts val="1000"/>
              </a:spcAft>
              <a:defRPr sz="2000"/>
            </a:pPr>
            <a:r>
              <a:t>Stop • Check •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CodeAlpha Cyber Security Internship • Task 2 •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Phishing is an attempt to trick people into revealing sensitive information.</a:t>
            </a:r>
          </a:p>
          <a:p>
            <a:pPr>
              <a:spcAft>
                <a:spcPts val="1000"/>
              </a:spcAft>
              <a:defRPr sz="2000"/>
            </a:pPr>
            <a:r>
              <a:t>Attackers may use emails, messages, or fake websites.</a:t>
            </a:r>
          </a:p>
          <a:p>
            <a:pPr>
              <a:spcAft>
                <a:spcPts val="1000"/>
              </a:spcAft>
              <a:defRPr sz="2000"/>
            </a:pPr>
            <a:r>
              <a:t>The goal is often to make the victim trust a fraudulent request.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CodeAlpha Cyber Security Internship • Task 2 •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Phishing Attacks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Attacker creates a deceptive message</a:t>
            </a:r>
          </a:p>
          <a:p>
            <a:pPr>
              <a:spcAft>
                <a:spcPts val="1000"/>
              </a:spcAft>
              <a:defRPr sz="2000"/>
            </a:pPr>
            <a:r>
              <a:t>2. Message creates urgency, fear, curiosity, or a reward</a:t>
            </a:r>
          </a:p>
          <a:p>
            <a:pPr>
              <a:spcAft>
                <a:spcPts val="1000"/>
              </a:spcAft>
              <a:defRPr sz="2000"/>
            </a:pPr>
            <a:r>
              <a:t>3. Victim is directed to a link, attachment, or request</a:t>
            </a:r>
          </a:p>
          <a:p>
            <a:pPr>
              <a:spcAft>
                <a:spcPts val="1000"/>
              </a:spcAft>
              <a:defRPr sz="2000"/>
            </a:pPr>
            <a:r>
              <a:t>4. Victim may be asked for information or to take an unsafe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CodeAlpha Cyber Security Internship • Task 2 •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Common Types of 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Email phishing — deceptive emails</a:t>
            </a:r>
          </a:p>
          <a:p>
            <a:pPr>
              <a:spcAft>
                <a:spcPts val="1000"/>
              </a:spcAft>
              <a:defRPr sz="2000"/>
            </a:pPr>
            <a:r>
              <a:t>Smishing — phishing through text messages</a:t>
            </a:r>
          </a:p>
          <a:p>
            <a:pPr>
              <a:spcAft>
                <a:spcPts val="1000"/>
              </a:spcAft>
              <a:defRPr sz="2000"/>
            </a:pPr>
            <a:r>
              <a:t>Fake websites — websites designed to imitate legitimate services</a:t>
            </a:r>
          </a:p>
          <a:p>
            <a:pPr>
              <a:spcAft>
                <a:spcPts val="1000"/>
              </a:spcAft>
              <a:defRPr sz="2000"/>
            </a:pPr>
            <a:r>
              <a:t>Spear phishing — targeted and personalized phishing attempts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CodeAlpha Cyber Security Internship • Task 2 •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Warning Signs of Phishing Emails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Unexpected or unfamiliar sender</a:t>
            </a:r>
          </a:p>
          <a:p>
            <a:pPr>
              <a:spcAft>
                <a:spcPts val="1000"/>
              </a:spcAft>
              <a:defRPr sz="2000"/>
            </a:pPr>
            <a:r>
              <a:t>Urgent or threatening language</a:t>
            </a:r>
          </a:p>
          <a:p>
            <a:pPr>
              <a:spcAft>
                <a:spcPts val="1000"/>
              </a:spcAft>
              <a:defRPr sz="2000"/>
            </a:pPr>
            <a:r>
              <a:t>Suspicious links or unexpected attachments</a:t>
            </a:r>
          </a:p>
          <a:p>
            <a:pPr>
              <a:spcAft>
                <a:spcPts val="1000"/>
              </a:spcAft>
              <a:defRPr sz="2000"/>
            </a:pPr>
            <a:r>
              <a:t>Requests for passwords or other sensitive information</a:t>
            </a:r>
          </a:p>
          <a:p>
            <a:pPr>
              <a:spcAft>
                <a:spcPts val="1000"/>
              </a:spcAft>
              <a:defRPr sz="2000"/>
            </a:pPr>
            <a:r>
              <a:t>Spelling, grammar, or unusual formatting</a:t>
            </a:r>
          </a:p>
          <a:p>
            <a:pPr>
              <a:spcAft>
                <a:spcPts val="1000"/>
              </a:spcAft>
              <a:defRPr sz="2000"/>
            </a:pPr>
            <a:r>
              <a:t>Messages that seem too good to be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CodeAlpha Cyber Security Internship • Task 2 •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to Identify Fake Websites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Check the website address carefully</a:t>
            </a:r>
          </a:p>
          <a:p>
            <a:pPr>
              <a:spcAft>
                <a:spcPts val="1000"/>
              </a:spcAft>
              <a:defRPr sz="2000"/>
            </a:pPr>
            <a:r>
              <a:t>Look for unexpected or misleading domains</a:t>
            </a:r>
          </a:p>
          <a:p>
            <a:pPr>
              <a:spcAft>
                <a:spcPts val="1000"/>
              </a:spcAft>
              <a:defRPr sz="2000"/>
            </a:pPr>
            <a:r>
              <a:t>Do not ignore browser security warnings</a:t>
            </a:r>
          </a:p>
          <a:p>
            <a:pPr>
              <a:spcAft>
                <a:spcPts val="1000"/>
              </a:spcAft>
              <a:defRPr sz="2000"/>
            </a:pPr>
            <a:r>
              <a:t>Avoid entering sensitive information after following an unexpected link</a:t>
            </a:r>
          </a:p>
          <a:p>
            <a:pPr>
              <a:spcAft>
                <a:spcPts val="1000"/>
              </a:spcAft>
              <a:defRPr sz="2000"/>
            </a:pPr>
            <a:r>
              <a:t>Open the official app or website yourself when in doubt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CodeAlpha Cyber Security Internship • Task 2 •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Social Engineering Tactics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Urgency — “Act now!”</a:t>
            </a:r>
          </a:p>
          <a:p>
            <a:pPr>
              <a:spcAft>
                <a:spcPts val="1000"/>
              </a:spcAft>
              <a:defRPr sz="2000"/>
            </a:pPr>
            <a:r>
              <a:t>Fear — threats of suspension or account loss</a:t>
            </a:r>
          </a:p>
          <a:p>
            <a:pPr>
              <a:spcAft>
                <a:spcPts val="1000"/>
              </a:spcAft>
              <a:defRPr sz="2000"/>
            </a:pPr>
            <a:r>
              <a:t>Authority — pretending to be a trusted person or organization</a:t>
            </a:r>
          </a:p>
          <a:p>
            <a:pPr>
              <a:spcAft>
                <a:spcPts val="1000"/>
              </a:spcAft>
              <a:defRPr sz="2000"/>
            </a:pPr>
            <a:r>
              <a:t>Curiosity — tempting links or attachments</a:t>
            </a:r>
          </a:p>
          <a:p>
            <a:pPr>
              <a:spcAft>
                <a:spcPts val="1000"/>
              </a:spcAft>
              <a:defRPr sz="2000"/>
            </a:pPr>
            <a:r>
              <a:t>Rewards — fake prizes, offers, or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CodeAlpha Cyber Security Internship • Task 2 •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Real-World Style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Example message:</a:t>
            </a:r>
          </a:p>
          <a:p>
            <a:pPr>
              <a:spcAft>
                <a:spcPts val="1000"/>
              </a:spcAft>
              <a:defRPr sz="2000"/>
            </a:pPr>
            <a:r>
              <a:t>“Your account requires immediate verification. Please use the provided link.”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Red flags:</a:t>
            </a:r>
          </a:p>
          <a:p>
            <a:pPr>
              <a:spcAft>
                <a:spcPts val="1000"/>
              </a:spcAft>
              <a:defRPr sz="2000"/>
            </a:pPr>
            <a:r>
              <a:t>• Unexpected request</a:t>
            </a:r>
          </a:p>
          <a:p>
            <a:pPr>
              <a:spcAft>
                <a:spcPts val="1000"/>
              </a:spcAft>
              <a:defRPr sz="2000"/>
            </a:pPr>
            <a:r>
              <a:t>• Urgency</a:t>
            </a:r>
          </a:p>
          <a:p>
            <a:pPr>
              <a:spcAft>
                <a:spcPts val="1000"/>
              </a:spcAft>
              <a:defRPr sz="2000"/>
            </a:pPr>
            <a:r>
              <a:t>• Link asking for account action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Safer response: independently open the official service and verify the message.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CodeAlpha Cyber Security Internship • Task 2 •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Interactive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You receive an unexpected message asking you to log in using a link. What is the safest action?</a:t>
            </a:r>
          </a:p>
          <a:p>
            <a:pPr>
              <a:spcAft>
                <a:spcPts val="1000"/>
              </a:spcAft>
              <a:defRPr sz="2000"/>
            </a:pPr>
          </a:p>
          <a:p>
            <a:pPr lvl="1">
              <a:spcAft>
                <a:spcPts val="1000"/>
              </a:spcAft>
              <a:defRPr sz="2000"/>
            </a:pPr>
            <a:r>
              <a:t>A) Click the link immediately</a:t>
            </a:r>
          </a:p>
          <a:p>
            <a:pPr lvl="1">
              <a:spcAft>
                <a:spcPts val="1000"/>
              </a:spcAft>
              <a:defRPr sz="2000"/>
            </a:pPr>
            <a:r>
              <a:t>B) Reply with your password</a:t>
            </a:r>
          </a:p>
          <a:p>
            <a:pPr lvl="1">
              <a:spcAft>
                <a:spcPts val="1000"/>
              </a:spcAft>
              <a:defRPr sz="2000"/>
            </a:pPr>
            <a:r>
              <a:t>C) Open the official app/site independently and verify</a:t>
            </a:r>
          </a:p>
          <a:p>
            <a:pPr lvl="1">
              <a:spcAft>
                <a:spcPts val="1000"/>
              </a:spcAft>
              <a:defRPr sz="2000"/>
            </a:pPr>
            <a:r>
              <a:t>D) Forward the message to friends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Correct answer: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CodeAlpha Cyber Security Internship • Task 2 •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Prevention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Think before you click.</a:t>
            </a:r>
          </a:p>
          <a:p>
            <a:pPr>
              <a:spcAft>
                <a:spcPts val="1000"/>
              </a:spcAft>
              <a:defRPr sz="2000"/>
            </a:pPr>
            <a:r>
              <a:t>Verify unexpected requests through an independent channel.</a:t>
            </a:r>
          </a:p>
          <a:p>
            <a:pPr>
              <a:spcAft>
                <a:spcPts val="1000"/>
              </a:spcAft>
              <a:defRPr sz="2000"/>
            </a:pPr>
            <a:r>
              <a:t>Use strong, unique passwords and enable MFA where available.</a:t>
            </a:r>
          </a:p>
          <a:p>
            <a:pPr>
              <a:spcAft>
                <a:spcPts val="1000"/>
              </a:spcAft>
              <a:defRPr sz="2000"/>
            </a:pPr>
            <a:r>
              <a:t>Keep software and browsers updated.</a:t>
            </a:r>
          </a:p>
          <a:p>
            <a:pPr>
              <a:spcAft>
                <a:spcPts val="1000"/>
              </a:spcAft>
              <a:defRPr sz="2000"/>
            </a:pPr>
            <a:r>
              <a:t>Report suspicious messages to the appropriate organization.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STOP • CHECK •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CodeAlpha Cyber Security Internship • Task 2 •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